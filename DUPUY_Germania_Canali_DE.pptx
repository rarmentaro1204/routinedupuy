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PUY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329184"/>
            <a:ext cx="1600200" cy="36110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PUY_DARK">
    <p:bg>
      <p:bgPr>
        <a:solidFill>
          <a:srgbClr val="15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bix.com/it" TargetMode="External"/><Relationship Id="rId4" Type="http://schemas.openxmlformats.org/officeDocument/2006/relationships/hyperlink" Target="https://www.rubix.com/it" TargetMode="External"/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image" Target="../media/image-6-4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ardtest.hu" TargetMode="External"/><Relationship Id="rId4" Type="http://schemas.openxmlformats.org/officeDocument/2006/relationships/hyperlink" Target="https://hardtest.hu" TargetMode="External"/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VERTRIEBSNETZ · DEUTSCHLAND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Aufbau der Vertriebskanäle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Best Practices, Vertriebsergebnisse und eine Methode zur Händler-Kartierung</a:t>
            </a:r>
            <a:endParaRPr lang="en-US" sz="1800" dirty="0"/>
          </a:p>
        </p:txBody>
      </p:sp>
      <p:pic>
        <p:nvPicPr>
          <p:cNvPr id="5" name="Image 0" descr="DUP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108960" cy="7015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ÜBERBLICK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Sechs Kanäle, eine Methode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Dealer macchine C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89888"/>
            <a:ext cx="3575304" cy="114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2651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5968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Händler für CNC-Maschinen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MTC Flextek · FI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88536" y="1371600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Dealer olio e lubrorefrigerant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389888"/>
            <a:ext cx="3575304" cy="1143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25696" y="2651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25696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065776" y="25968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Händler für Öle und Kühlschmierstoffe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065776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Jemtech · UK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19872" y="1371600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Impianti di sabbiatu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89888"/>
            <a:ext cx="3575304" cy="11430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57032" y="2651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5703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897112" y="25968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Strahlanlagen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897112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Blasquem · PT  /  AIRBLAST · UK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447288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Utensilerie e gruppi d'acquis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465576"/>
            <a:ext cx="3575304" cy="11430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94360" y="4727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9436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4672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Werkzeughändler &amp; Einkaufsgruppen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234440" y="5001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Rubix · CDU · Cagelli · IT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288536" y="3447288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4" descr="Impiantisti e integrator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3465576"/>
            <a:ext cx="3575304" cy="11430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425696" y="4727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425696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5065776" y="4672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Anlagenbauer &amp; Systemintegratoren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065776" y="5001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Hardtest · HU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19872" y="3447288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5" descr="Dealer di marchi concorrent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465576"/>
            <a:ext cx="3575304" cy="114300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8257032" y="4727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257032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8897112" y="4672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Händler von Wettbewerbsmarken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8897112" y="5001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Kartierung in Deutschland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685800" y="5577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42" name="Text 34"/>
          <p:cNvSpPr txBox="1"/>
          <p:nvPr/>
        </p:nvSpPr>
        <p:spPr>
          <a:xfrm>
            <a:off x="1188720" y="5577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der ideale Distributor, mit Beispielen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4434840" y="5577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44" name="Text 36"/>
          <p:cNvSpPr txBox="1"/>
          <p:nvPr/>
        </p:nvSpPr>
        <p:spPr>
          <a:xfrm>
            <a:off x="4937760" y="5577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WIE VIEL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Umsatz möglich ist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8183880" y="5577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46" name="Text 38"/>
          <p:cNvSpPr txBox="1"/>
          <p:nvPr/>
        </p:nvSpPr>
        <p:spPr>
          <a:xfrm>
            <a:off x="8686800" y="5577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man ihn findet: gezielte Kartierung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KANAL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Händler für CNC-Maschinen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MTC Flextek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Finnland · mtcflextek.fi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ERGEBNISSE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20–25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Einheiten OILVAC 130 PUMP / Jahr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Start mit OILVAC 130 PUMP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4434840"/>
            <a:ext cx="182880" cy="14630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599432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99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Danach alle weiteren DUPUY-Baureihen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Sito MTC Flextek: filtrazione aria e liquid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8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20640" y="45902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VERTRETENE MARKEN</a:t>
            </a:r>
            <a:endParaRPr lang="en-US" sz="1000" dirty="0"/>
          </a:p>
        </p:txBody>
      </p:sp>
      <p:pic>
        <p:nvPicPr>
          <p:cNvPr id="20" name="Image 1" descr="oku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4869591"/>
            <a:ext cx="1069848" cy="246065"/>
          </a:xfrm>
          <a:prstGeom prst="rect">
            <a:avLst/>
          </a:prstGeom>
        </p:spPr>
      </p:pic>
      <p:pic>
        <p:nvPicPr>
          <p:cNvPr id="21" name="Image 2" descr="fanu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4904362"/>
            <a:ext cx="1069848" cy="176525"/>
          </a:xfrm>
          <a:prstGeom prst="rect">
            <a:avLst/>
          </a:prstGeom>
        </p:spPr>
      </p:pic>
      <p:pic>
        <p:nvPicPr>
          <p:cNvPr id="22" name="Image 3" descr="soralu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4907036"/>
            <a:ext cx="1069848" cy="171176"/>
          </a:xfrm>
          <a:prstGeom prst="rect">
            <a:avLst/>
          </a:prstGeom>
        </p:spPr>
      </p:pic>
      <p:pic>
        <p:nvPicPr>
          <p:cNvPr id="23" name="Image 4" descr="ibarmi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4899012"/>
            <a:ext cx="1069848" cy="187223"/>
          </a:xfrm>
          <a:prstGeom prst="rect">
            <a:avLst/>
          </a:prstGeom>
        </p:spPr>
      </p:pic>
      <p:sp>
        <p:nvSpPr>
          <p:cNvPr id="24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WO MAN SIE IN DEUTSCHLAND FINDET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Händlerdatenbank der CNC-Hersteller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DMG MORI · Mazak · TRUMPF · EMCO · Hermle · CHIRON · GROB · INDEX · GF Machining Solutions · Mikron · Fehlmann  (Herstellerliste: EMO-Hannover-Ausstellerkatalog)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KANAL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Händler für Öle und Kühlschmierstoffe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Jemtech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Vereinigtes Königreich · jemtech.co.uk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ERGEBNISSE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PRIVATE LABEL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DUPUY-Maschinen unter der Marke Jemtech, in Blau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803904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Erste Maschine für den 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4169664"/>
            <a:ext cx="182880" cy="14630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34256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34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Wiederkehrende Verkäufe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4700016"/>
            <a:ext cx="182880" cy="14630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864608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64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Weitere DUPUY-Baureihen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Sito Jemtech con aspiratore DUPUY private lab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21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Image 1" descr="Linee prodotto Jemte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636008"/>
            <a:ext cx="3456432" cy="71323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641080" y="4590288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Wer Öl verkauft, verkauft auch den Sauger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Partner: Blaser Swisslube · HFiltration</a:t>
            </a:r>
            <a:endParaRPr lang="en-US" sz="1300" dirty="0"/>
          </a:p>
        </p:txBody>
      </p:sp>
      <p:sp>
        <p:nvSpPr>
          <p:cNvPr id="24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WO MAN SIE IN DEUTSCHLAND FINDET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Distributoren der Kühlschmierstoff-Hersteller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Blaser Swisslube · Castrol · Motul · TotalEnergies · FUCHS · Quaker Houghton · Oemeta · Rhenus Lub · Zeller+Gmelin · Klüber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KANAL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Strahlanlagen: OEMs und Händler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Blasquem · AIRBLAST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Portugal · Vereinigtes Königreich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ERGEBNISSE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6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55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Bereits belieferte OEMs: OMSG, COGEIM, Turbotecnica, Norblast, STEM, Protech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673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+1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Deutscher OEM bereits aktiv (2-Motor-Köpfe)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590288"/>
            <a:ext cx="38404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590288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M50 Cogeim · MHD AIR 30 · SILOFILTER: Lösungen, die es im DELFIN-Programm nicht gibt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4480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Sito Airblast: aspiratore abrasivi AbV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4425696" cy="30540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9555480" y="1371600"/>
            <a:ext cx="2176272" cy="3108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M50 Cogei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36" y="1417320"/>
            <a:ext cx="1737360" cy="26060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555480" y="4069080"/>
            <a:ext cx="2176272" cy="411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555480" y="406908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M50 Cogeim</a:t>
            </a:r>
            <a:endParaRPr lang="en-US" sz="1400" dirty="0"/>
          </a:p>
        </p:txBody>
      </p:sp>
      <p:sp>
        <p:nvSpPr>
          <p:cNvPr id="21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Image 2" descr="AIRBLA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722524"/>
            <a:ext cx="1645920" cy="54019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49440" y="4590288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airblast.co.uk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mobile Anlagen, Strahlmittelrückgewinnung, Vermietung</a:t>
            </a:r>
            <a:endParaRPr lang="en-US" sz="1200" dirty="0"/>
          </a:p>
        </p:txBody>
      </p:sp>
      <p:sp>
        <p:nvSpPr>
          <p:cNvPr id="24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WO MAN SIE IN DEUTSCHLAND FINDET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Deutsche OEMs + Händler für Maschinen und Verbrauchsmaterial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Sapi · Clemco · AGTOS · ROSLER · SLF  …  danach Händler für Strahlmittel und Anlagen, direkt anzusprechen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KANAL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Werkzeughändler &amp; Einkaufsgruppen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Italienischer Markt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Flächendeckende Distribution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ERGEBNISSE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~100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heute belieferte Werkzeughändler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661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10.000 €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Ø Umsatz / Jahr pro Kunde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891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≈ 1 Mio. €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01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/ Jahr aus dem Kanal (Schätzung: 100 × 10.000 €)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Sito Cagelli con aspiratori olio e trucio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937760" y="4590288"/>
            <a:ext cx="218541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Image 1" descr="Rubix">
            <a:hlinkClick r:id="rId3" tooltip="Rubix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32" y="4636008"/>
            <a:ext cx="1261872" cy="4114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983480" y="5047488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rubix.com/it  ·  </a:t>
            </a:r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IT · FR · 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242048" y="4590288"/>
            <a:ext cx="218541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Image 2" descr="CD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913" y="4636008"/>
            <a:ext cx="1077686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15200" y="502920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~20.000 € Ø pro Kunde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546336" y="4590288"/>
            <a:ext cx="218541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Image 3" descr="Cagell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1824" y="4636008"/>
            <a:ext cx="1234440" cy="411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619488" y="502920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OILVAC 130 als Private Label</a:t>
            </a:r>
            <a:endParaRPr lang="en-US" sz="1100" dirty="0"/>
          </a:p>
        </p:txBody>
      </p:sp>
      <p:sp>
        <p:nvSpPr>
          <p:cNvPr id="26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WO MAN SIE IN DEUTSCHLAND FINDET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Einkaufsgruppen, Werkzeughandelsketten und lokale Händler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Schrittweise regionale Abdeckung: Einkaufsgruppen bündeln viele Händler und vervielfachen das Wachstum. CDU = Consorzio Distribuzione Utensili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KANAL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Anlagenbauer und Integratoren für Entstaubung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Hardtest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Ungarn · hardtest.hu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ERGEBNISSE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30–40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gekaufte Entstauber / Jahr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661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100.000 €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Umsatz im 1. Jahr (Wert noch zu prüfen)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891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150.000+ €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01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Umsatz im 2. Jahr (Wert noch zu prüfen)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Sito Hardtest: Dupuy tra i marchi distribui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7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20640" y="45902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KAUFT DEN ENTSTAUBER BEI UNS, ROHRLEITUNGEN VOR ORT, INSTALLIERT</a:t>
            </a:r>
            <a:endParaRPr lang="en-US" sz="1100" dirty="0"/>
          </a:p>
        </p:txBody>
      </p:sp>
      <p:pic>
        <p:nvPicPr>
          <p:cNvPr id="19" name="Image 1" descr="Hardtest">
            <a:hlinkClick r:id="rId3" tooltip="Hardtes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26864"/>
            <a:ext cx="1645920" cy="411480"/>
          </a:xfrm>
          <a:prstGeom prst="rect">
            <a:avLst/>
          </a:prstGeom>
        </p:spPr>
      </p:pic>
      <p:sp>
        <p:nvSpPr>
          <p:cNvPr id="20" name="Text 16">
            <a:hlinkClick r:id="rId4" tooltip=""/>
          </p:cNvPr>
          <p:cNvSpPr txBox="1"/>
          <p:nvPr/>
        </p:nvSpPr>
        <p:spPr>
          <a:xfrm>
            <a:off x="8412480" y="5047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Visit hardtest.hu</a:t>
            </a:r>
            <a:endParaRPr lang="en-US" sz="1100" dirty="0"/>
          </a:p>
        </p:txBody>
      </p:sp>
      <p:sp>
        <p:nvSpPr>
          <p:cNvPr id="21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WO MAN SIE IN DEUTSCHLAND FINDET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Installateure und kleine unabhängige Anlagenbauer, Stadt für Stadt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Donaldson · Nederman · Fumex · TEKA · BOFA · ULT · ESTA · Coral · TAMA Air Nova  →  nicht nur offizielle Händler: kleine Anlagenbauer sind oft interessanter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KANAL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Händler von Wettbewerbsmarken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SO GEHT'S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Händler-Kartierung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Dabei unterstützen wir Sie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ERGEBNISSE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27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Wettbewerbsmarken zu kartieren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867912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3867912"/>
            <a:ext cx="3621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Unsere Händler verkaufen schon heute auch Wettbewerber: Cagelli → Filtermist, Absolent · Hardtest → Ruwac, Depureco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371600"/>
            <a:ext cx="3291840" cy="3108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0" descr="Cagelli → Filtermist · Absol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3236976" cy="26517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37760" y="4050792"/>
            <a:ext cx="3291840" cy="4297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405079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Cagelli → Filtermist · Absolent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439912" y="1371600"/>
            <a:ext cx="3291840" cy="3108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Hardtest → Depure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4" y="1399032"/>
            <a:ext cx="3236976" cy="2651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439912" y="4050792"/>
            <a:ext cx="3291840" cy="4297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439912" y="405079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Hardtest → Depureco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937760" y="4590288"/>
            <a:ext cx="21031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029200" y="460857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ÖLNEBEL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Filtermist · 3nine · Absolent · Losma · LTA Lufttechnik · AR Filtrazioni · Keller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178040" y="4590288"/>
            <a:ext cx="260604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269480" y="4608576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ENTSTAUBUNG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Donaldson · Nederman · ESTA · TEKA · ULT · BOFA · Fumex · Coral · ULMATEC · Kemper · TBH · Plymovent · Camfil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9921240" y="4590288"/>
            <a:ext cx="181051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012680" y="4608576"/>
            <a:ext cx="1627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INDUSTRIESAUGER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Ruwac · Nilfisk · Kärcher Industrial · Depureco · RGS · Sibilia · Wieland</a:t>
            </a:r>
            <a:endParaRPr lang="en-US" sz="1000" dirty="0"/>
          </a:p>
        </p:txBody>
      </p:sp>
      <p:sp>
        <p:nvSpPr>
          <p:cNvPr id="27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WO MAN SIE IN DEUTSCHLAND FINDET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Datenbank der deutschen Händler der Wettbewerber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Wo sind die deutschen Händler von Filtermist, 3nine, Absolent, Donaldson, Nederman, Ruwac, Nilfisk…? Die interessantesten identifizieren und das DUPUY-Programm anbieten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UP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377440" cy="5365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25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Wir erfinden keine neuen Kanäle.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Wir übertragen nach Deutschland, was bereits funktioniert.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3017520"/>
            <a:ext cx="3520440" cy="2788920"/>
          </a:xfrm>
          <a:prstGeom prst="roundRect">
            <a:avLst>
              <a:gd name="adj" fmla="val 3934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Wer ist der ideale Distributor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886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Das Profil des idealen Partners, mit realen, bereits aktiven Beispielen</a:t>
            </a:r>
            <a:endParaRPr lang="en-US" sz="1200" dirty="0"/>
          </a:p>
        </p:txBody>
      </p:sp>
      <p:sp>
        <p:nvSpPr>
          <p:cNvPr id="8" name="Spazio esempi"/>
          <p:cNvSpPr/>
          <p:nvPr/>
        </p:nvSpPr>
        <p:spPr>
          <a:xfrm>
            <a:off x="777240" y="4572000"/>
            <a:ext cx="3063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68680" y="4617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BEISPIELE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3017520"/>
            <a:ext cx="3520440" cy="2788920"/>
          </a:xfrm>
          <a:prstGeom prst="roundRect">
            <a:avLst>
              <a:gd name="adj" fmla="val 3934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056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Wie viel Umsatz er erzielen kann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886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Gemessene Ergebnisse bei Partnern, die in anderen Märkten bereits aktiv sind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4663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10.000 – 150.000+ €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046720" y="3017520"/>
            <a:ext cx="3520440" cy="2788920"/>
          </a:xfrm>
          <a:prstGeom prst="roundRect">
            <a:avLst>
              <a:gd name="adj" fmla="val 3934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Wie man ihn in Deutschland findet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886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Durch eine gezielte Kartierung potenzieller Partner, Kanal für Kanal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4663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6 Kanäle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Nächster Schritt: eine Partnerdatenbank je Kanal, gemeinsam aufgebaut.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DUPUY · Via Enrico de Nicola 27 · 10036 Settimo Torinese (TO) · Tel. +39 011 8975444 · info@dupuy.it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puy">
  <a:themeElements>
    <a:clrScheme name="Dupuy">
      <a:dk1>
        <a:srgbClr val="152239"/>
      </a:dk1>
      <a:lt1>
        <a:srgbClr val="FFFFFF"/>
      </a:lt1>
      <a:dk2>
        <a:srgbClr val="152239"/>
      </a:dk2>
      <a:lt2>
        <a:srgbClr val="F3F5F8"/>
      </a:lt2>
      <a:accent1>
        <a:srgbClr val="E63329"/>
      </a:accent1>
      <a:accent2>
        <a:srgbClr val="152239"/>
      </a:accent2>
      <a:accent3>
        <a:srgbClr val="5B6B85"/>
      </a:accent3>
      <a:accent4>
        <a:srgbClr val="8A97AB"/>
      </a:accent4>
      <a:accent5>
        <a:srgbClr val="D5DBE5"/>
      </a:accent5>
      <a:accent6>
        <a:srgbClr val="1A1A1A"/>
      </a:accent6>
      <a:hlink>
        <a:srgbClr val="E63329"/>
      </a:hlink>
      <a:folHlink>
        <a:srgbClr val="5B6B85"/>
      </a:folHlink>
    </a:clrScheme>
    <a:fontScheme name="Dupuy">
      <a:majorFont>
        <a:latin typeface="Cai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i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DUPUY – Replicare in Germania i canali che funzionano</dc:title>
  <dc:subject>PptxGenJS Presentation</dc:subject>
  <dc:creator>DUPUY</dc:creator>
  <cp:lastModifiedBy>DUPUY</cp:lastModifiedBy>
  <cp:revision>1</cp:revision>
  <dcterms:created xsi:type="dcterms:W3CDTF">2026-10-30T09:16:44Z</dcterms:created>
  <dcterms:modified xsi:type="dcterms:W3CDTF">2026-10-30T09:16:44Z</dcterms:modified>
</cp:coreProperties>
</file>