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2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iro"/>
              </a:rPr>
              <a:t>DUPUY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Cairo"/>
              </a:rPr>
              <a:t>Hopper replacement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iro"/>
              </a:rPr>
              <a:t>Removal and refitting procedure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1097280" cy="64008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iro"/>
              </a:rPr>
              <a:t>BREATHE CLEAN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63329"/>
                </a:solidFill>
                <a:latin typeface="Cairo"/>
              </a:rPr>
              <a:t>REMOVAL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52239"/>
                </a:solidFill>
                <a:latin typeface="Cairo"/>
              </a:rPr>
              <a:t>Release the latches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A808C"/>
                </a:solidFill>
                <a:latin typeface="Cairo"/>
              </a:rPr>
              <a:t>Unhook all toggle latches (circled in 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52239"/>
                </a:solidFill>
                <a:latin typeface="Cairo"/>
              </a:rPr>
              <a:t>DUPUY</a:t>
            </a:r>
          </a:p>
        </p:txBody>
      </p:sp>
      <p:pic>
        <p:nvPicPr>
          <p:cNvPr id="7" name="Picture 6" descr="l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406640" cy="28588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73736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1. Locate the 3 toggle latches around the body (circled in red).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2. Pull each lever away from the body to release the tension.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3. Unhook every latch from its catch.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4. Make sure all 3 latches are fully open before moving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73152" cy="68580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504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52239"/>
                </a:solidFill>
                <a:latin typeface="Cairo"/>
              </a:rPr>
              <a:t>SAFETY: switch off and lock out the machine, depressurise the unit and make sure the hopper is empty before starting.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800" b="0">
                <a:solidFill>
                  <a:srgbClr val="7A808C"/>
                </a:solidFill>
                <a:latin typeface="Cairo"/>
              </a:rPr>
              <a:t>HOPPER REPLACEMENT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A808C"/>
                </a:solidFill>
                <a:latin typeface="Cair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63329"/>
                </a:solidFill>
                <a:latin typeface="Cairo"/>
              </a:rPr>
              <a:t>REMOVAL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52239"/>
                </a:solidFill>
                <a:latin typeface="Cairo"/>
              </a:rPr>
              <a:t>Unscrew the hopper fixing screws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A808C"/>
                </a:solidFill>
                <a:latin typeface="Cairo"/>
              </a:rPr>
              <a:t>Remove the screws holding the hopper (circled in 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52239"/>
                </a:solidFill>
                <a:latin typeface="Cairo"/>
              </a:rPr>
              <a:t>DUPUY</a:t>
            </a:r>
          </a:p>
        </p:txBody>
      </p:sp>
      <p:pic>
        <p:nvPicPr>
          <p:cNvPr id="7" name="Picture 6" descr="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406640" cy="28588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73736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1. Support the hopper from below.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2. Unscrew all fixing screws at the points circled in red.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3. Keep screws and washers together for refitting.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4. Lower the hopper carefully and remove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73152" cy="68580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504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52239"/>
                </a:solidFill>
                <a:latin typeface="Cairo"/>
              </a:rPr>
              <a:t>WARNING: the hopper is heavy – support it before removing the last screw.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800" b="0">
                <a:solidFill>
                  <a:srgbClr val="7A808C"/>
                </a:solidFill>
                <a:latin typeface="Cairo"/>
              </a:rPr>
              <a:t>HOPPER REPLACEMENT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A808C"/>
                </a:solidFill>
                <a:latin typeface="Cai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63329"/>
                </a:solidFill>
                <a:latin typeface="Cairo"/>
              </a:rPr>
              <a:t>REFITTING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52239"/>
                </a:solidFill>
                <a:latin typeface="Cairo"/>
              </a:rPr>
              <a:t>Refit the hopper and tighten the screws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A808C"/>
                </a:solidFill>
                <a:latin typeface="Cairo"/>
              </a:rPr>
              <a:t>Reverse of removal – fixing points circled in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52239"/>
                </a:solidFill>
                <a:latin typeface="Cairo"/>
              </a:rPr>
              <a:t>DUPUY</a:t>
            </a:r>
          </a:p>
        </p:txBody>
      </p:sp>
      <p:pic>
        <p:nvPicPr>
          <p:cNvPr id="7" name="Picture 6" descr="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406640" cy="28588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73736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1. Position the new hopper under the body.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2. Align it with the fixing points circled in red.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3. Insert all screws and washers by hand first.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4. Tighten the screws evenly, in a cross pattern.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73152" cy="68580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504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52239"/>
                </a:solidFill>
                <a:latin typeface="Cairo"/>
              </a:rPr>
              <a:t>Check that the hopper is seated flat and the seal is correctly positioned.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800" b="0">
                <a:solidFill>
                  <a:srgbClr val="7A808C"/>
                </a:solidFill>
                <a:latin typeface="Cairo"/>
              </a:rPr>
              <a:t>HOPPER REPLACEMENT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A808C"/>
                </a:solidFill>
                <a:latin typeface="Cair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63329"/>
                </a:solidFill>
                <a:latin typeface="Cairo"/>
              </a:rPr>
              <a:t>REFITTING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52239"/>
                </a:solidFill>
                <a:latin typeface="Cairo"/>
              </a:rPr>
              <a:t>Close the latches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A808C"/>
                </a:solidFill>
                <a:latin typeface="Cairo"/>
              </a:rPr>
              <a:t>Hook and lock all toggle latches (circled in 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52239"/>
                </a:solidFill>
                <a:latin typeface="Cairo"/>
              </a:rPr>
              <a:t>DUPUY</a:t>
            </a:r>
          </a:p>
        </p:txBody>
      </p:sp>
      <p:pic>
        <p:nvPicPr>
          <p:cNvPr id="7" name="Picture 6" descr="l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406640" cy="28588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73736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1. Hook each latch onto its catch.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2. Press the lever towards the body until it locks.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3. Check that all 3 latches are closed and secure.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iro"/>
              </a:rPr>
              <a:t>4. Restore power and run a final check.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73152" cy="68580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504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52239"/>
                </a:solidFill>
                <a:latin typeface="Cairo"/>
              </a:rPr>
              <a:t>Done: the hopper is replaced and the unit is ready for operation.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800" b="0">
                <a:solidFill>
                  <a:srgbClr val="7A808C"/>
                </a:solidFill>
                <a:latin typeface="Cairo"/>
              </a:rPr>
              <a:t>HOPPER REPLACEMENT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A808C"/>
                </a:solidFill>
                <a:latin typeface="Cair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2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iro"/>
              </a:rPr>
              <a:t>DUPUY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iro"/>
              </a:rPr>
              <a:t>Thank you for your attention!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97280" cy="64008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iro"/>
              </a:rPr>
              <a:t>Via Enrico de Nicola 27 - 10036 Settimo Torinese (TO)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iro"/>
              </a:rPr>
              <a:t>Tel. +39 011 8975444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iro"/>
              </a:rPr>
              <a:t>Email: info@dupuy.it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