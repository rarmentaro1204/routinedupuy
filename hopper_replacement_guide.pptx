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2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iro"/>
              </a:rPr>
              <a:t>DUPUY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5000" b="1">
                <a:solidFill>
                  <a:srgbClr val="FFFFFF"/>
                </a:solidFill>
                <a:latin typeface="Cairo"/>
              </a:rPr>
              <a:t>Hopper replacement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iro"/>
              </a:rPr>
              <a:t>Removal and refitting procedure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297680"/>
            <a:ext cx="1097280" cy="64008"/>
          </a:xfrm>
          <a:prstGeom prst="rect">
            <a:avLst/>
          </a:prstGeom>
          <a:solidFill>
            <a:srgbClr val="E63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FFFFFF"/>
                </a:solidFill>
                <a:latin typeface="Cairo"/>
              </a:rPr>
              <a:t>BREATHE CLEAN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52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E63329"/>
                </a:solidFill>
                <a:latin typeface="Cairo"/>
              </a:rPr>
              <a:t>REMOVAL ·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152239"/>
                </a:solidFill>
                <a:latin typeface="Cairo"/>
              </a:rPr>
              <a:t>Release the latches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7A808C"/>
                </a:solidFill>
                <a:latin typeface="Cairo"/>
              </a:rPr>
              <a:t>Unhook all toggle latches (circled in 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52239"/>
                </a:solidFill>
                <a:latin typeface="Cairo"/>
              </a:rPr>
              <a:t>DUPUY</a:t>
            </a:r>
          </a:p>
        </p:txBody>
      </p:sp>
      <p:pic>
        <p:nvPicPr>
          <p:cNvPr id="7" name="Picture 6" descr="lat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7406640" cy="28588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737360"/>
            <a:ext cx="3566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iro"/>
              </a:rPr>
              <a:t>1. Locate the 3 toggle latches around the body (circled in red).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iro"/>
              </a:rPr>
              <a:t>2. Pull each lever away from the body to release the tension.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iro"/>
              </a:rPr>
              <a:t>3. Unhook every latch from its catch.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iro"/>
              </a:rPr>
              <a:t>4. Make sure all 3 latches are fully open before moving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486400"/>
            <a:ext cx="11064240" cy="6858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486400"/>
            <a:ext cx="73152" cy="685800"/>
          </a:xfrm>
          <a:prstGeom prst="rect">
            <a:avLst/>
          </a:prstGeom>
          <a:solidFill>
            <a:srgbClr val="E63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50408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52239"/>
                </a:solidFill>
                <a:latin typeface="Cairo"/>
              </a:rPr>
              <a:t>SAFETY: switch off and lock out the machine, depressurise the unit and make sure the hopper is empty before starting.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800" b="0">
                <a:solidFill>
                  <a:srgbClr val="7A808C"/>
                </a:solidFill>
                <a:latin typeface="Cairo"/>
              </a:rPr>
              <a:t>HOPPER REPLACEMENT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A808C"/>
                </a:solidFill>
                <a:latin typeface="Cair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52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E63329"/>
                </a:solidFill>
                <a:latin typeface="Cairo"/>
              </a:rPr>
              <a:t>REMOVAL · STEP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152239"/>
                </a:solidFill>
                <a:latin typeface="Cairo"/>
              </a:rPr>
              <a:t>Unscrew the hopper fixing screws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7A808C"/>
                </a:solidFill>
                <a:latin typeface="Cairo"/>
              </a:rPr>
              <a:t>Remove the screws holding the hopper (circled in 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52239"/>
                </a:solidFill>
                <a:latin typeface="Cairo"/>
              </a:rPr>
              <a:t>DUPUY</a:t>
            </a:r>
          </a:p>
        </p:txBody>
      </p:sp>
      <p:pic>
        <p:nvPicPr>
          <p:cNvPr id="7" name="Picture 6" descr="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7406640" cy="28588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737360"/>
            <a:ext cx="3566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iro"/>
              </a:rPr>
              <a:t>1. Support the hopper from below.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iro"/>
              </a:rPr>
              <a:t>2. Unscrew all fixing screws at the points circled in red.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iro"/>
              </a:rPr>
              <a:t>3. Keep screws and washers together for refitting.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iro"/>
              </a:rPr>
              <a:t>4. Lower the hopper carefully and remove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486400"/>
            <a:ext cx="11064240" cy="6858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486400"/>
            <a:ext cx="73152" cy="685800"/>
          </a:xfrm>
          <a:prstGeom prst="rect">
            <a:avLst/>
          </a:prstGeom>
          <a:solidFill>
            <a:srgbClr val="E63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50408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52239"/>
                </a:solidFill>
                <a:latin typeface="Cairo"/>
              </a:rPr>
              <a:t>WARNING: the hopper is heavy – support it before removing the last screw.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800" b="0">
                <a:solidFill>
                  <a:srgbClr val="7A808C"/>
                </a:solidFill>
                <a:latin typeface="Cairo"/>
              </a:rPr>
              <a:t>HOPPER REPLACEMENT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A808C"/>
                </a:solidFill>
                <a:latin typeface="Cair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52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E63329"/>
                </a:solidFill>
                <a:latin typeface="Cairo"/>
              </a:rPr>
              <a:t>REFITTING · 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152239"/>
                </a:solidFill>
                <a:latin typeface="Cairo"/>
              </a:rPr>
              <a:t>Refit the hopper and tighten the screws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7A808C"/>
                </a:solidFill>
                <a:latin typeface="Cairo"/>
              </a:rPr>
              <a:t>Reverse of removal – fixing points circled in 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52239"/>
                </a:solidFill>
                <a:latin typeface="Cairo"/>
              </a:rPr>
              <a:t>DUPUY</a:t>
            </a:r>
          </a:p>
        </p:txBody>
      </p:sp>
      <p:pic>
        <p:nvPicPr>
          <p:cNvPr id="7" name="Picture 6" descr="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7406640" cy="28588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737360"/>
            <a:ext cx="3566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iro"/>
              </a:rPr>
              <a:t>1. Position the new hopper under the body.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iro"/>
              </a:rPr>
              <a:t>2. Align it with the fixing points circled in red.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iro"/>
              </a:rPr>
              <a:t>3. Insert all screws and washers by hand first.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iro"/>
              </a:rPr>
              <a:t>4. Tighten the screws evenly, in a cross pattern.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486400"/>
            <a:ext cx="11064240" cy="6858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486400"/>
            <a:ext cx="73152" cy="685800"/>
          </a:xfrm>
          <a:prstGeom prst="rect">
            <a:avLst/>
          </a:prstGeom>
          <a:solidFill>
            <a:srgbClr val="E63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50408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52239"/>
                </a:solidFill>
                <a:latin typeface="Cairo"/>
              </a:rPr>
              <a:t>Check that the hopper is seated flat and the seal is correctly positioned.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800" b="0">
                <a:solidFill>
                  <a:srgbClr val="7A808C"/>
                </a:solidFill>
                <a:latin typeface="Cairo"/>
              </a:rPr>
              <a:t>HOPPER REPLACEMENT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A808C"/>
                </a:solidFill>
                <a:latin typeface="Cair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52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E63329"/>
                </a:solidFill>
                <a:latin typeface="Cairo"/>
              </a:rPr>
              <a:t>REFITTING · 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152239"/>
                </a:solidFill>
                <a:latin typeface="Cairo"/>
              </a:rPr>
              <a:t>Close the latches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7A808C"/>
                </a:solidFill>
                <a:latin typeface="Cairo"/>
              </a:rPr>
              <a:t>Hook and lock all toggle latches (circled in 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52239"/>
                </a:solidFill>
                <a:latin typeface="Cairo"/>
              </a:rPr>
              <a:t>DUPUY</a:t>
            </a:r>
          </a:p>
        </p:txBody>
      </p:sp>
      <p:pic>
        <p:nvPicPr>
          <p:cNvPr id="7" name="Picture 6" descr="lat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7406640" cy="28588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737360"/>
            <a:ext cx="3566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iro"/>
              </a:rPr>
              <a:t>1. Hook each latch onto its catch.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iro"/>
              </a:rPr>
              <a:t>2. Press the lever towards the body until it locks.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iro"/>
              </a:rPr>
              <a:t>3. Check that all 3 latches are closed and secure.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iro"/>
              </a:rPr>
              <a:t>4. Restore power and run a final check.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486400"/>
            <a:ext cx="11064240" cy="6858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486400"/>
            <a:ext cx="73152" cy="685800"/>
          </a:xfrm>
          <a:prstGeom prst="rect">
            <a:avLst/>
          </a:prstGeom>
          <a:solidFill>
            <a:srgbClr val="E63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50408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52239"/>
                </a:solidFill>
                <a:latin typeface="Cairo"/>
              </a:rPr>
              <a:t>Done: the hopper is replaced and the unit is ready for operation.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800" b="0">
                <a:solidFill>
                  <a:srgbClr val="7A808C"/>
                </a:solidFill>
                <a:latin typeface="Cairo"/>
              </a:rPr>
              <a:t>HOPPER REPLACEMENT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A808C"/>
                </a:solidFill>
                <a:latin typeface="Cair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2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iro"/>
              </a:rPr>
              <a:t>DUPUY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Cairo"/>
              </a:rPr>
              <a:t>Thank you for your attention!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474720"/>
            <a:ext cx="1097280" cy="64008"/>
          </a:xfrm>
          <a:prstGeom prst="rect">
            <a:avLst/>
          </a:prstGeom>
          <a:solidFill>
            <a:srgbClr val="E63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iro"/>
              </a:rPr>
              <a:t>Via Enrico de Nicola 27 - 10036 Settimo Torinese (TO)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iro"/>
              </a:rPr>
              <a:t>Tel. +39 011 8975444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iro"/>
              </a:rPr>
              <a:t>Email: info@dupuy.it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